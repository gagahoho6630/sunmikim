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E5A"/>
                </a:solidFill>
                <a:latin typeface="Pretendard"/>
              </a:rPr>
              <a:t>Project Title — Replace via fill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E5A"/>
                </a:solidFill>
                <a:latin typeface="Pretendard"/>
              </a:rPr>
              <a:t>1.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Pretendard"/>
              </a:rPr>
              <a:t>가. 사업명: ...
나. 계약기간: ...
다. 운영장소: ...
라. 대상: 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346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retendard"/>
                        </a:rPr>
                        <a:t>Category</a:t>
                      </a:r>
                    </a:p>
                  </a:txBody>
                  <a:tcPr>
                    <a:solidFill>
                      <a:srgbClr val="122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retendard"/>
                        </a:rPr>
                        <a:t>Detail</a:t>
                      </a:r>
                    </a:p>
                  </a:txBody>
                  <a:tcPr>
                    <a:solidFill>
                      <a:srgbClr val="122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retendard"/>
                        </a:rPr>
                        <a:t>Note</a:t>
                      </a:r>
                    </a:p>
                  </a:txBody>
                  <a:tcPr>
                    <a:solidFill>
                      <a:srgbClr val="122E5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YYYY.MM ~ YYYY.MM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E5A"/>
                </a:solidFill>
                <a:latin typeface="Pretendard"/>
              </a:rPr>
              <a:t>2.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Pretendard"/>
              </a:rPr>
              <a:t>Replace this paragraph with submission details, schedule, and contact.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E5A"/>
                </a:solidFill>
                <a:latin typeface="Pretendard"/>
              </a:rPr>
              <a:t>[Attachment] Sample 5-Day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retendard"/>
                        </a:rPr>
                        <a:t>Time</a:t>
                      </a:r>
                    </a:p>
                  </a:txBody>
                  <a:tcPr>
                    <a:solidFill>
                      <a:srgbClr val="122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retendard"/>
                        </a:rPr>
                        <a:t>Mon (Day 1)</a:t>
                      </a:r>
                    </a:p>
                  </a:txBody>
                  <a:tcPr>
                    <a:solidFill>
                      <a:srgbClr val="122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retendard"/>
                        </a:rPr>
                        <a:t>Tue (Day 2)</a:t>
                      </a:r>
                    </a:p>
                  </a:txBody>
                  <a:tcPr>
                    <a:solidFill>
                      <a:srgbClr val="122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retendard"/>
                        </a:rPr>
                        <a:t>Wed (Day 3)</a:t>
                      </a:r>
                    </a:p>
                  </a:txBody>
                  <a:tcPr>
                    <a:solidFill>
                      <a:srgbClr val="122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retendard"/>
                        </a:rPr>
                        <a:t>Thu (Day 4)</a:t>
                      </a:r>
                    </a:p>
                  </a:txBody>
                  <a:tcPr>
                    <a:solidFill>
                      <a:srgbClr val="122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retendard"/>
                        </a:rPr>
                        <a:t>Fri (Day 5)</a:t>
                      </a:r>
                    </a:p>
                  </a:txBody>
                  <a:tcPr>
                    <a:solidFill>
                      <a:srgbClr val="122E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08:00-09:00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09:00-10:00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10:00-11:00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11:00-12:00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12:00-13:00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13:00-14:00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14:00-15:00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15:00-16:00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16:00-17:00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Pretendard"/>
                        </a:rPr>
                        <a:t>17:00-18:00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